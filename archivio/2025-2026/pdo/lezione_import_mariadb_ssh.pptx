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221B9E-AB97-40D9-9BB8-57AE12661E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FF57A8-AEB4-44B0-85F2-C5A5D8FF67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3F935A5-EF24-4C7A-963F-ED6EF33F5B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051B611-184B-4CD0-8FEA-BA452ABBC4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18B4D8F-B604-4B31-9D25-07FDC8145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A1BA7DE-EE48-43D9-9DF4-83240BF79D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1A3CA99-DA1C-4E8F-82DE-48EC8F9D8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84849FF-AEA2-47FD-852E-ADFD5FAA80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83338AB-1471-4BDE-BCF2-0DA3C05E57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333E39A-2ECF-43E7-B51F-4823914F94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DB51F56-4CB5-4D45-BE68-234D1247FF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192717-A1C2-4095-809B-F6C329FDD2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A4FBFC-AE88-4DB8-8C0C-994E4061F2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9F06BC-BBDE-42D1-97AD-245D13E144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76A730-7C23-4D89-BBCA-7D9FA5CC48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31C4BD-2E22-446E-9158-235D0129EC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34CBAC-608F-4875-AB9C-B1D53BE646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EF3DDA-5D53-494E-8FC0-6458B0A84B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8B79B2-6D88-4A9B-BD25-DDC1DB029A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AD06D7-18DB-498D-B006-9E6273A26D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928592-B353-480F-AACE-CDB3189048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D7DDC7-2090-4292-8724-FCE6A049CB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Importare un database via SSH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Esercizio Didattico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it-IT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Guida per la lezione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Obiettivi della Lezione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Trasferire un dump SQL da Windows a Linux via SCP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Importare un database tramite SSH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Comprendere l'uso sicuro delle password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Verificare il corretto import dei dati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Prerequisiti Studenti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Windows con Git Bash installato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File tennis.sql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Credenziali SSH e MariaDB personali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Accesso al server Linux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1. Trasferimento File via SCP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Comando da terminale: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</a:rPr>
              <a:t>scp tennis.sql username@winnie:/home/username/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Oppure deploy con PHPStorm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Richiede solo password SSH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Copia semplice e sicura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2. Import del Dump via SSH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Comando da terminale: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ssh username@winnie 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mysql -u username -p db_username &lt; tennis.sql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Chiede la password MariaDB in modo sicuro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Nessuna password in chiaro nella history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3. Verifica dell’Import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Accedere al server: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ourier New"/>
              </a:rPr>
              <a:t>ssh username@winnie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Entrare in MariaDB: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mysql -u username -p db_username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Verificare: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SHOW TABLES;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SELECT * FROM ...;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4. Per riportare tutto come prima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Accedere al server: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ourier New"/>
              </a:rPr>
              <a:t>ssh username@winnie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Eliminare il file tennis.sql con il comando rm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Entrare in MariaDB: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mysql -u username -p db_username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Verificare: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DROP TABLE societa;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DROP TABLE tennista;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26377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adesso rifate tutto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2025-12-12T17:06:05Z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